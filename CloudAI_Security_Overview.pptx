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Cloud‑Based AI Security &amp; Threat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for external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Increasing volume and sophistication of cyber‑threats</a:t>
            </a:r>
          </a:p>
          <a:p>
            <a:pPr>
              <a:defRPr sz="1800"/>
            </a:pPr>
            <a:r>
              <a:t>Traditional security tools struggle with real‑time detection</a:t>
            </a:r>
          </a:p>
          <a:p>
            <a:pPr>
              <a:defRPr sz="1800"/>
            </a:pPr>
            <a:r>
              <a:t>Enterprises need scalable, adaptive protection across cloud workloads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AI‑driven analytics pipeline across multi‑cloud environments</a:t>
            </a:r>
          </a:p>
          <a:p>
            <a:pPr>
              <a:defRPr sz="1800"/>
            </a:pPr>
            <a:r>
              <a:t>Continuous monitoring, anomaly detection, and automated response</a:t>
            </a:r>
          </a:p>
          <a:p>
            <a:pPr>
              <a:defRPr sz="1800"/>
            </a:pPr>
            <a:r>
              <a:t>Unified dashboard for visibility and incident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High‑Level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Ingestion: Cloud logs, VPC flow, endpoint agents</a:t>
            </a:r>
          </a:p>
          <a:p>
            <a:pPr>
              <a:defRPr sz="1800"/>
            </a:pPr>
            <a:r>
              <a:t>Feature Store &amp; Real‑time Stream Processing (Kafka / Flink)</a:t>
            </a:r>
          </a:p>
          <a:p>
            <a:pPr>
              <a:defRPr sz="1800"/>
            </a:pPr>
            <a:r>
              <a:t>AI Models: Threat classification, behavior baselines, zero‑day detection</a:t>
            </a:r>
          </a:p>
          <a:p>
            <a:pPr>
              <a:defRPr sz="1800"/>
            </a:pPr>
            <a:r>
              <a:t>Orchestration Layer: Policy engine &amp; automated remediation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Supervised models for known malware signatures</a:t>
            </a:r>
          </a:p>
          <a:p>
            <a:pPr>
              <a:defRPr sz="1800"/>
            </a:pPr>
            <a:r>
              <a:t>Unsupervised clustering to spot novel patterns</a:t>
            </a:r>
          </a:p>
          <a:p>
            <a:pPr>
              <a:defRPr sz="1800"/>
            </a:pPr>
            <a:r>
              <a:t>Ensemble approach reduces false positives by ~30%</a:t>
            </a:r>
          </a:p>
          <a:p>
            <a:pPr>
              <a:defRPr sz="1800"/>
            </a:pPr>
            <a:r>
              <a:t>Model updates via continuous learning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Real‑time threat detection (sub‑second latency)</a:t>
            </a:r>
          </a:p>
          <a:p>
            <a:pPr>
              <a:defRPr sz="1800"/>
            </a:pPr>
            <a:r>
              <a:t>Scalable to millions of events per second</a:t>
            </a:r>
          </a:p>
          <a:p>
            <a:pPr>
              <a:defRPr sz="1800"/>
            </a:pPr>
            <a:r>
              <a:t>Reduced incident response time by 45%</a:t>
            </a:r>
          </a:p>
          <a:p>
            <a:pPr>
              <a:defRPr sz="1800"/>
            </a:pPr>
            <a:r>
              <a:t>Compliance reporting (PCI, GDPR, ISO‑27001)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SaaS offering with per‑tenant isolation</a:t>
            </a:r>
          </a:p>
          <a:p>
            <a:pPr>
              <a:defRPr sz="1800"/>
            </a:pPr>
            <a:r>
              <a:t>APIs for SIEM, SOAR, and custom tooling</a:t>
            </a:r>
          </a:p>
          <a:p>
            <a:pPr>
              <a:defRPr sz="1800"/>
            </a:pPr>
            <a:r>
              <a:t>Supports AWS, Azure, GCP, and hybrid on‑prem environments</a:t>
            </a:r>
          </a:p>
          <a:p>
            <a:pPr>
              <a:defRPr sz="1800"/>
            </a:pPr>
            <a:r>
              <a:t>Zero‑downtime upgrades via blue‑green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Pilot deployment for selected workloads</a:t>
            </a:r>
          </a:p>
          <a:p>
            <a:pPr>
              <a:defRPr sz="1800"/>
            </a:pPr>
            <a:r>
              <a:t>Security workshops and model fine‑tuning</a:t>
            </a:r>
          </a:p>
          <a:p>
            <a:pPr>
              <a:defRPr sz="1800"/>
            </a:pPr>
            <a:r>
              <a:t>Integrate with existing incident response playbooks</a:t>
            </a:r>
          </a:p>
          <a:p>
            <a:pPr>
              <a:defRPr sz="1800"/>
            </a:pPr>
            <a:r>
              <a:t>Feedback loop for continuous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